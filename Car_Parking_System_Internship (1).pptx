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full-stack car parking management system developed during the June 2026 internship at Fantasy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Fantasy Solution, Trichy. Internship: Full Stack Development, 01 June to 30 June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internship ran for 30 days with daily milestones from requirement gathering to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manual register-based parking with the proposed centralized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Three-tier architecture. The block diagram shows driver, backend and admin flows: availability check, payment validation, booking confirmation.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modules implemented as Spring Boot controllers, services and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algorithm; availability check prevents double booking.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 circle"/>
          <p:cNvSpPr/>
          <p:nvPr/>
        </p:nvSpPr>
        <p:spPr>
          <a:xfrm>
            <a:off x="6400800" y="822960"/>
            <a:ext cx="2377440" cy="237744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" name="Badge letter"/>
          <p:cNvSpPr txBox="1"/>
          <p:nvPr/>
        </p:nvSpPr>
        <p:spPr>
          <a:xfrm>
            <a:off x="6400800" y="82296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B700"/>
                </a:solidFill>
              </a:rPr>
              <a:t>SUMMER INTERNSHIP REPORT</a:t>
            </a:r>
            <a:endParaRPr lang="en-US" sz="1400" dirty="0"/>
          </a:p>
        </p:txBody>
      </p:sp>
      <p:sp>
        <p:nvSpPr>
          <p:cNvPr id="5" name="Deck title"/>
          <p:cNvSpPr txBox="1"/>
          <p:nvPr/>
        </p:nvSpPr>
        <p:spPr>
          <a:xfrm>
            <a:off x="548640" y="137160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Parking Management System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 Java Full Stack web application built at Fantasy Solution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Keerthana R – 810023205068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Department of Information Technology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University College of Engineering (BIT Campus), Anna University, Tiruchirappalli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Profile: Fantasy Solution</a:t>
            </a:r>
            <a:endParaRPr lang="en-US" sz="3000" dirty="0"/>
          </a:p>
        </p:txBody>
      </p:sp>
      <p:sp>
        <p:nvSpPr>
          <p:cNvPr id="3" name="Logo card"/>
          <p:cNvSpPr/>
          <p:nvPr/>
        </p:nvSpPr>
        <p:spPr>
          <a:xfrm>
            <a:off x="457200" y="1234440"/>
            <a:ext cx="2743200" cy="32918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pic>
        <p:nvPicPr>
          <p:cNvPr id="4" name="Company logo" descr="Fantasy Soluti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1920240" cy="19110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Trichy, Tamil Nadu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005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85"/>
                </a:solidFill>
              </a:rPr>
              <a:t>Software Development &amp; Training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12344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</a:rPr>
              <a:t>An IT services company delivering web applications, software solutions and technical training for students and fresh graduates.</a:t>
            </a:r>
            <a:endParaRPr lang="en-US" sz="1500" dirty="0"/>
          </a:p>
        </p:txBody>
      </p:sp>
      <p:sp>
        <p:nvSpPr>
          <p:cNvPr id="8" name="Row bg 1"/>
          <p:cNvSpPr/>
          <p:nvPr/>
        </p:nvSpPr>
        <p:spPr>
          <a:xfrm>
            <a:off x="3566160" y="2194560"/>
            <a:ext cx="5120640" cy="493776"/>
          </a:xfrm>
          <a:prstGeom prst="roundRect">
            <a:avLst>
              <a:gd name="adj" fmla="val 1481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03320" y="219456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690"/>
                </a:solidFill>
              </a:rPr>
              <a:t>Industry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2194560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</a:rPr>
              <a:t>IT Services &amp; Software Development</a:t>
            </a:r>
            <a:endParaRPr lang="en-US" sz="1200" dirty="0"/>
          </a:p>
        </p:txBody>
      </p:sp>
      <p:sp>
        <p:nvSpPr>
          <p:cNvPr id="11" name="Row bg 2"/>
          <p:cNvSpPr/>
          <p:nvPr/>
        </p:nvSpPr>
        <p:spPr>
          <a:xfrm>
            <a:off x="3566160" y="2779776"/>
            <a:ext cx="5120640" cy="493776"/>
          </a:xfrm>
          <a:prstGeom prst="roundRect">
            <a:avLst>
              <a:gd name="adj" fmla="val 1481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03320" y="2779776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690"/>
                </a:solidFill>
              </a:rPr>
              <a:t>Services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779776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</a:rPr>
              <a:t>Web &amp; mobile apps, database design, REST APIs, testing, training</a:t>
            </a:r>
            <a:endParaRPr lang="en-US" sz="1200" dirty="0"/>
          </a:p>
        </p:txBody>
      </p:sp>
      <p:sp>
        <p:nvSpPr>
          <p:cNvPr id="14" name="Row bg 3"/>
          <p:cNvSpPr/>
          <p:nvPr/>
        </p:nvSpPr>
        <p:spPr>
          <a:xfrm>
            <a:off x="3566160" y="3364992"/>
            <a:ext cx="5120640" cy="493776"/>
          </a:xfrm>
          <a:prstGeom prst="roundRect">
            <a:avLst>
              <a:gd name="adj" fmla="val 1481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03320" y="3364992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690"/>
                </a:solidFill>
              </a:rPr>
              <a:t>Technologies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3364992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</a:rPr>
              <a:t>Java, Spring Boot, HTML, CSS, JavaScript, Bootstrap, MySQL</a:t>
            </a:r>
            <a:endParaRPr lang="en-US" sz="1200" dirty="0"/>
          </a:p>
        </p:txBody>
      </p:sp>
      <p:sp>
        <p:nvSpPr>
          <p:cNvPr id="17" name="Row bg 4"/>
          <p:cNvSpPr/>
          <p:nvPr/>
        </p:nvSpPr>
        <p:spPr>
          <a:xfrm>
            <a:off x="3566160" y="3950208"/>
            <a:ext cx="5120640" cy="493776"/>
          </a:xfrm>
          <a:prstGeom prst="roundRect">
            <a:avLst>
              <a:gd name="adj" fmla="val 1481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03320" y="3950208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690"/>
                </a:solidFill>
              </a:rPr>
              <a:t>Tools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3950208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</a:rPr>
              <a:t>Eclipse, IntelliJ IDEA, VS Code, Maven, Git &amp; GitHub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at a Glance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23444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days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01 – 30 June 2026</a:t>
            </a:r>
            <a:endParaRPr lang="en-US" sz="1100" dirty="0"/>
          </a:p>
        </p:txBody>
      </p:sp>
      <p:sp>
        <p:nvSpPr>
          <p:cNvPr id="7" name="Stat card 2"/>
          <p:cNvSpPr/>
          <p:nvPr/>
        </p:nvSpPr>
        <p:spPr>
          <a:xfrm>
            <a:off x="2542032" y="123444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42032" y="12801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core modules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33472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Login to Admin</a:t>
            </a:r>
            <a:endParaRPr lang="en-US" sz="1100" dirty="0"/>
          </a:p>
        </p:txBody>
      </p:sp>
      <p:sp>
        <p:nvSpPr>
          <p:cNvPr id="11" name="Stat card 3"/>
          <p:cNvSpPr/>
          <p:nvPr/>
        </p:nvSpPr>
        <p:spPr>
          <a:xfrm>
            <a:off x="4626864" y="123444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26864" y="12801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tier architecture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UI · Spring Boot · MySQL</a:t>
            </a:r>
            <a:endParaRPr lang="en-US" sz="1100" dirty="0"/>
          </a:p>
        </p:txBody>
      </p:sp>
      <p:sp>
        <p:nvSpPr>
          <p:cNvPr id="15" name="Stat card 4"/>
          <p:cNvSpPr/>
          <p:nvPr/>
        </p:nvSpPr>
        <p:spPr>
          <a:xfrm>
            <a:off x="6711696" y="1234440"/>
            <a:ext cx="1920240" cy="1737360"/>
          </a:xfrm>
          <a:prstGeom prst="roundRect">
            <a:avLst>
              <a:gd name="adj" fmla="val 631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711696" y="12801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6711696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live web app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03136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Driver + Admin portals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Secure registration and login for drivers and admins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Real-time view of available, occupied and reserved slots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Online slot booking with vehicle and payment records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Reduce manual errors, slot conflicts and waiting time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Manual Parking to a Digital System</a:t>
            </a:r>
            <a:endParaRPr lang="en-US" sz="3000" dirty="0"/>
          </a:p>
        </p:txBody>
      </p:sp>
      <p:sp>
        <p:nvSpPr>
          <p:cNvPr id="3" name="Existing card"/>
          <p:cNvSpPr/>
          <p:nvPr/>
        </p:nvSpPr>
        <p:spPr>
          <a:xfrm>
            <a:off x="457200" y="123444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Slots allocated manually by staff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No real-time slot availability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Paper registers and scattered records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Queues and longer waiting at peak hours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Limited admin visibility and reports</a:t>
            </a:r>
            <a:endParaRPr lang="en-US" sz="1400" dirty="0"/>
          </a:p>
        </p:txBody>
      </p:sp>
      <p:sp>
        <p:nvSpPr>
          <p:cNvPr id="6" name="Proposed card"/>
          <p:cNvSpPr/>
          <p:nvPr/>
        </p:nvSpPr>
        <p:spPr>
          <a:xfrm>
            <a:off x="4663440" y="123444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Centralised web platform with MySQL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Live view of available, occupied, reserved slots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Online booking, vehicle and payment records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Double-booking prevented by availability check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Admin dashboard with users, bookings, reports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Workflow</a:t>
            </a:r>
            <a:endParaRPr lang="en-US" sz="3000" dirty="0"/>
          </a:p>
        </p:txBody>
      </p:sp>
      <p:sp>
        <p:nvSpPr>
          <p:cNvPr id="3" name="Tier 1"/>
          <p:cNvSpPr/>
          <p:nvPr/>
        </p:nvSpPr>
        <p:spPr>
          <a:xfrm>
            <a:off x="457200" y="123444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Presentation Layer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</a:rPr>
              <a:t>HTML5, CSS3, JavaScript, Bootstrap 5</a:t>
            </a:r>
            <a:endParaRPr lang="en-US" sz="1500" dirty="0"/>
          </a:p>
        </p:txBody>
      </p:sp>
      <p:sp>
        <p:nvSpPr>
          <p:cNvPr id="5" name="Tier 2"/>
          <p:cNvSpPr/>
          <p:nvPr/>
        </p:nvSpPr>
        <p:spPr>
          <a:xfrm>
            <a:off x="457200" y="237744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9436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Business Logic Layer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</a:rPr>
              <a:t>Spring Boot, REST APIs, authentication</a:t>
            </a:r>
            <a:endParaRPr lang="en-US" sz="1500" dirty="0"/>
          </a:p>
        </p:txBody>
      </p:sp>
      <p:sp>
        <p:nvSpPr>
          <p:cNvPr id="7" name="Tier 3"/>
          <p:cNvSpPr/>
          <p:nvPr/>
        </p:nvSpPr>
        <p:spPr>
          <a:xfrm>
            <a:off x="457200" y="352044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3A7CA5"/>
          </a:solidFill>
          <a:ln w="12700">
            <a:solidFill>
              <a:srgbClr val="3A7CA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3520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Database Layer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</a:rPr>
              <a:t>MySQL: users, slots, bookings, payments</a:t>
            </a:r>
            <a:endParaRPr lang="en-US" sz="1500" dirty="0"/>
          </a:p>
        </p:txBody>
      </p:sp>
      <p:pic>
        <p:nvPicPr>
          <p:cNvPr id="9" name="Block diagram" descr="Block diagram showing driver, backend and admin flo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188720"/>
            <a:ext cx="5029200" cy="33558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000" dirty="0"/>
          </a:p>
        </p:txBody>
      </p:sp>
      <p:sp>
        <p:nvSpPr>
          <p:cNvPr id="3" name="Module card 1"/>
          <p:cNvSpPr/>
          <p:nvPr/>
        </p:nvSpPr>
        <p:spPr>
          <a:xfrm>
            <a:off x="457200" y="12344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Number badg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User Authentication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58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663"/>
                </a:solidFill>
              </a:rPr>
              <a:t>Registration, login, role-based access</a:t>
            </a:r>
            <a:endParaRPr lang="en-US" sz="1200" dirty="0"/>
          </a:p>
        </p:txBody>
      </p:sp>
      <p:sp>
        <p:nvSpPr>
          <p:cNvPr id="8" name="Module card 2"/>
          <p:cNvSpPr/>
          <p:nvPr/>
        </p:nvSpPr>
        <p:spPr>
          <a:xfrm>
            <a:off x="3246120" y="12344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Number badge 2"/>
          <p:cNvSpPr/>
          <p:nvPr/>
        </p:nvSpPr>
        <p:spPr>
          <a:xfrm>
            <a:off x="3429000" y="1417320"/>
            <a:ext cx="457200" cy="45720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Parking Slot Management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258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663"/>
                </a:solidFill>
              </a:rPr>
              <a:t>Add, update, delete; live status</a:t>
            </a:r>
            <a:endParaRPr lang="en-US" sz="1200" dirty="0"/>
          </a:p>
        </p:txBody>
      </p:sp>
      <p:sp>
        <p:nvSpPr>
          <p:cNvPr id="13" name="Module card 3"/>
          <p:cNvSpPr/>
          <p:nvPr/>
        </p:nvSpPr>
        <p:spPr>
          <a:xfrm>
            <a:off x="6035040" y="12344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Number badge 3"/>
          <p:cNvSpPr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965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Vehicle Management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25856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663"/>
                </a:solidFill>
              </a:rPr>
              <a:t>Vehicle number, type, model; entry and exit</a:t>
            </a:r>
            <a:endParaRPr lang="en-US" sz="1200" dirty="0"/>
          </a:p>
        </p:txBody>
      </p:sp>
      <p:sp>
        <p:nvSpPr>
          <p:cNvPr id="18" name="Module card 4"/>
          <p:cNvSpPr/>
          <p:nvPr/>
        </p:nvSpPr>
        <p:spPr>
          <a:xfrm>
            <a:off x="457200" y="29718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Number badge 4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703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Booking Management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9959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663"/>
                </a:solidFill>
              </a:rPr>
              <a:t>Reserve slots, view booking history</a:t>
            </a:r>
            <a:endParaRPr lang="en-US" sz="1200" dirty="0"/>
          </a:p>
        </p:txBody>
      </p:sp>
      <p:sp>
        <p:nvSpPr>
          <p:cNvPr id="23" name="Module card 5"/>
          <p:cNvSpPr/>
          <p:nvPr/>
        </p:nvSpPr>
        <p:spPr>
          <a:xfrm>
            <a:off x="3246120" y="29718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Number badge 5"/>
          <p:cNvSpPr/>
          <p:nvPr/>
        </p:nvSpPr>
        <p:spPr>
          <a:xfrm>
            <a:off x="3429000" y="3154680"/>
            <a:ext cx="457200" cy="45720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429000" y="3703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Payment Management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9959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663"/>
                </a:solidFill>
              </a:rPr>
              <a:t>Fees, transaction status, records</a:t>
            </a:r>
            <a:endParaRPr lang="en-US" sz="1200" dirty="0"/>
          </a:p>
        </p:txBody>
      </p:sp>
      <p:sp>
        <p:nvSpPr>
          <p:cNvPr id="28" name="Module card 6"/>
          <p:cNvSpPr/>
          <p:nvPr/>
        </p:nvSpPr>
        <p:spPr>
          <a:xfrm>
            <a:off x="6035040" y="29718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9" name="Number badge 6"/>
          <p:cNvSpPr/>
          <p:nvPr/>
        </p:nvSpPr>
        <p:spPr>
          <a:xfrm>
            <a:off x="6217920" y="3154680"/>
            <a:ext cx="457200" cy="45720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37033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Admin Management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9959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663"/>
                </a:solidFill>
              </a:rPr>
              <a:t>Users, bookings, payments, reports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 Booking Logic</a:t>
            </a:r>
            <a:endParaRPr lang="en-US" sz="3000" dirty="0"/>
          </a:p>
        </p:txBody>
      </p:sp>
      <p:sp>
        <p:nvSpPr>
          <p:cNvPr id="3" name="Step badge 1"/>
          <p:cNvSpPr/>
          <p:nvPr/>
        </p:nvSpPr>
        <p:spPr>
          <a:xfrm>
            <a:off x="457200" y="1225296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Driver logs in and opens the slot section</a:t>
            </a:r>
            <a:endParaRPr lang="en-US" sz="1400" dirty="0"/>
          </a:p>
        </p:txBody>
      </p:sp>
      <p:sp>
        <p:nvSpPr>
          <p:cNvPr id="6" name="Step badge 2"/>
          <p:cNvSpPr/>
          <p:nvPr/>
        </p:nvSpPr>
        <p:spPr>
          <a:xfrm>
            <a:off x="457200" y="1801368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7647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System lists available slots</a:t>
            </a:r>
            <a:endParaRPr lang="en-US" sz="1400" dirty="0"/>
          </a:p>
        </p:txBody>
      </p:sp>
      <p:sp>
        <p:nvSpPr>
          <p:cNvPr id="9" name="Step badge 3"/>
          <p:cNvSpPr/>
          <p:nvPr/>
        </p:nvSpPr>
        <p:spPr>
          <a:xfrm>
            <a:off x="457200" y="2377440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3408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Driver selects a slot and enters vehicle details</a:t>
            </a:r>
            <a:endParaRPr lang="en-US" sz="1400" dirty="0"/>
          </a:p>
        </p:txBody>
      </p:sp>
      <p:sp>
        <p:nvSpPr>
          <p:cNvPr id="12" name="Step badge 4"/>
          <p:cNvSpPr/>
          <p:nvPr/>
        </p:nvSpPr>
        <p:spPr>
          <a:xfrm>
            <a:off x="457200" y="2953512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9169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System verifies the slot is not occupied</a:t>
            </a:r>
            <a:endParaRPr lang="en-US" sz="1400" dirty="0"/>
          </a:p>
        </p:txBody>
      </p:sp>
      <p:sp>
        <p:nvSpPr>
          <p:cNvPr id="15" name="Step badge 5"/>
          <p:cNvSpPr/>
          <p:nvPr/>
        </p:nvSpPr>
        <p:spPr>
          <a:xfrm>
            <a:off x="457200" y="3529584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4930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Booking is created and slot marked occupied</a:t>
            </a:r>
            <a:endParaRPr lang="en-US" sz="1400" dirty="0"/>
          </a:p>
        </p:txBody>
      </p:sp>
      <p:sp>
        <p:nvSpPr>
          <p:cNvPr id="18" name="Step badge 6"/>
          <p:cNvSpPr/>
          <p:nvPr/>
        </p:nvSpPr>
        <p:spPr>
          <a:xfrm>
            <a:off x="457200" y="4105656"/>
            <a:ext cx="384048" cy="384048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700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069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Payment confirms the booking</a:t>
            </a:r>
            <a:endParaRPr lang="en-US" sz="1400" dirty="0"/>
          </a:p>
        </p:txBody>
      </p:sp>
      <p:sp>
        <p:nvSpPr>
          <p:cNvPr id="21" name="Code card"/>
          <p:cNvSpPr/>
          <p:nvPr/>
        </p:nvSpPr>
        <p:spPr>
          <a:xfrm>
            <a:off x="4572000" y="1188720"/>
            <a:ext cx="4114800" cy="3429000"/>
          </a:xfrm>
          <a:prstGeom prst="roundRect">
            <a:avLst>
              <a:gd name="adj" fmla="val 2667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75488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700"/>
                </a:solidFill>
              </a:rPr>
              <a:t>ParkingService.bookParking()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1645920"/>
            <a:ext cx="3749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 = slotRepository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.findById(booking.getSlotId())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.orElseThrow(NotFound);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(slot.getStatus()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.equals("OCCUPIED"))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new RuntimeException(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"Slot Already Occupied");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slot.setStatus("OCCUPIED");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booking.setBookingStatus(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"CONFIRMED");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Output: Login &amp; Driver Dashboard</a:t>
            </a:r>
            <a:endParaRPr lang="en-US" sz="3000" dirty="0"/>
          </a:p>
        </p:txBody>
      </p:sp>
      <p:pic>
        <p:nvPicPr>
          <p:cNvPr id="3" name="Login screenshot" descr="Driver and admin login por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931920" cy="221284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pic>
        <p:nvPicPr>
          <p:cNvPr id="4" name="Driver dashboard screenshot" descr="Driver dashboard with active par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221284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457200" y="35661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Home page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Separate Driver Portal and Admin Access with secure login.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35661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Customer dashboard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Slot counts, active parking with live timers, payments and history.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Output: Admin Panel &amp; Slot Status</a:t>
            </a:r>
            <a:endParaRPr lang="en-US" sz="3000" dirty="0"/>
          </a:p>
        </p:txBody>
      </p:sp>
      <p:pic>
        <p:nvPicPr>
          <p:cNvPr id="3" name="Admin dashboard screenshot" descr="Admin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3931920" cy="221284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pic>
        <p:nvPicPr>
          <p:cNvPr id="4" name="Slot management screenshot" descr="Parking slot management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3931920" cy="221284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457200" y="35661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Admin dashboard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Manage users, rates, slots and monitor revenue and activity.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35661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</a:rPr>
              <a:t>Slot management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</a:rPr>
              <a:t>All 26 slots with zone, type and live availability status.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3" name="Conclusion card"/>
          <p:cNvSpPr/>
          <p:nvPr/>
        </p:nvSpPr>
        <p:spPr>
          <a:xfrm>
            <a:off x="548640" y="1280160"/>
            <a:ext cx="3840480" cy="2743200"/>
          </a:xfrm>
          <a:prstGeom prst="roundRect">
            <a:avLst>
              <a:gd name="adj" fmla="val 4000"/>
            </a:avLst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achieved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Digitised slot booking, vehicle and payment handling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Layered Spring Boot + REST architecture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</a:rPr>
              <a:t>Hands-on SDLC, API and database experience</a:t>
            </a:r>
            <a:endParaRPr lang="en-US" sz="1400" dirty="0"/>
          </a:p>
        </p:txBody>
      </p:sp>
      <p:sp>
        <p:nvSpPr>
          <p:cNvPr id="6" name="Future card"/>
          <p:cNvSpPr/>
          <p:nvPr/>
        </p:nvSpPr>
        <p:spPr>
          <a:xfrm>
            <a:off x="4754880" y="1280160"/>
            <a:ext cx="3840480" cy="2743200"/>
          </a:xfrm>
          <a:prstGeom prst="roundRect">
            <a:avLst>
              <a:gd name="adj" fmla="val 4000"/>
            </a:avLst>
          </a:prstGeom>
          <a:solidFill>
            <a:srgbClr val="2F6690"/>
          </a:solidFill>
          <a:ln w="12700">
            <a:solidFill>
              <a:srgbClr val="2F66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8348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83480" y="18745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Razorpay / Stripe payment gateway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QR entry/exit and number plate recognition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IoT sensors and mobile 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JWT security and cloud deployment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F5B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kingDeck">
  <a:themeElements>
    <a:clrScheme name="ParkingDeck">
      <a:dk1>
        <a:srgbClr val="1B2A41"/>
      </a:dk1>
      <a:lt1>
        <a:srgbClr val="FFFFFF"/>
      </a:lt1>
      <a:dk2>
        <a:srgbClr val="0F1B2D"/>
      </a:dk2>
      <a:lt2>
        <a:srgbClr val="F2F4F7"/>
      </a:lt2>
      <a:accent1>
        <a:srgbClr val="F5B700"/>
      </a:accent1>
      <a:accent2>
        <a:srgbClr val="2F6690"/>
      </a:accent2>
      <a:accent3>
        <a:srgbClr val="3A7CA5"/>
      </a:accent3>
      <a:accent4>
        <a:srgbClr val="81C3D7"/>
      </a:accent4>
      <a:accent5>
        <a:srgbClr val="D9DCD6"/>
      </a:accent5>
      <a:accent6>
        <a:srgbClr val="E4572E"/>
      </a:accent6>
      <a:hlink>
        <a:srgbClr val="2F6690"/>
      </a:hlink>
      <a:folHlink>
        <a:srgbClr val="3A7CA5"/>
      </a:folHlink>
    </a:clrScheme>
    <a:fontScheme name="ParkingDe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Parking System - Summer Internship</dc:title>
  <dc:subject>PptxGenJS Presentation</dc:subject>
  <dc:creator>PptxGenJS</dc:creator>
  <cp:lastModifiedBy>PptxGenJS</cp:lastModifiedBy>
  <cp:revision>1</cp:revision>
  <dcterms:created xsi:type="dcterms:W3CDTF">2026-10-22T04:22:24Z</dcterms:created>
  <dcterms:modified xsi:type="dcterms:W3CDTF">2026-10-22T04:22:24Z</dcterms:modified>
</cp:coreProperties>
</file>